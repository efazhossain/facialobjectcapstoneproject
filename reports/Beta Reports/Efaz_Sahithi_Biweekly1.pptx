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B1E25C-B829-4132-8327-E2AAE2417597}" v="12" dt="2025-02-05T02:35:04.7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655" autoAdjust="0"/>
  </p:normalViewPr>
  <p:slideViewPr>
    <p:cSldViewPr snapToGrid="0">
      <p:cViewPr varScale="1">
        <p:scale>
          <a:sx n="92" d="100"/>
          <a:sy n="92" d="100"/>
        </p:scale>
        <p:origin x="1314" y="306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faz Hossain" userId="2bfb29039e40fd5a" providerId="LiveId" clId="{25B1E25C-B829-4132-8327-E2AAE2417597}"/>
    <pc:docChg chg="custSel modSld">
      <pc:chgData name="Efaz Hossain" userId="2bfb29039e40fd5a" providerId="LiveId" clId="{25B1E25C-B829-4132-8327-E2AAE2417597}" dt="2025-02-05T02:39:26.249" v="421" actId="113"/>
      <pc:docMkLst>
        <pc:docMk/>
      </pc:docMkLst>
      <pc:sldChg chg="modSp mod">
        <pc:chgData name="Efaz Hossain" userId="2bfb29039e40fd5a" providerId="LiveId" clId="{25B1E25C-B829-4132-8327-E2AAE2417597}" dt="2025-02-05T02:39:26.249" v="421" actId="113"/>
        <pc:sldMkLst>
          <pc:docMk/>
          <pc:sldMk cId="1417364807" sldId="259"/>
        </pc:sldMkLst>
        <pc:spChg chg="mod">
          <ac:chgData name="Efaz Hossain" userId="2bfb29039e40fd5a" providerId="LiveId" clId="{25B1E25C-B829-4132-8327-E2AAE2417597}" dt="2025-02-05T02:39:26.249" v="421" actId="113"/>
          <ac:spMkLst>
            <pc:docMk/>
            <pc:sldMk cId="1417364807" sldId="259"/>
            <ac:spMk id="6" creationId="{CC25E7C6-AFAA-0D44-732B-2BED19A0F8B0}"/>
          </ac:spMkLst>
        </pc:spChg>
      </pc:sldChg>
      <pc:sldChg chg="addSp delSp modSp mod">
        <pc:chgData name="Efaz Hossain" userId="2bfb29039e40fd5a" providerId="LiveId" clId="{25B1E25C-B829-4132-8327-E2AAE2417597}" dt="2025-02-05T02:39:10.023" v="420" actId="20577"/>
        <pc:sldMkLst>
          <pc:docMk/>
          <pc:sldMk cId="2073711221" sldId="261"/>
        </pc:sldMkLst>
        <pc:spChg chg="mod">
          <ac:chgData name="Efaz Hossain" userId="2bfb29039e40fd5a" providerId="LiveId" clId="{25B1E25C-B829-4132-8327-E2AAE2417597}" dt="2025-02-05T02:39:10.023" v="420" actId="20577"/>
          <ac:spMkLst>
            <pc:docMk/>
            <pc:sldMk cId="2073711221" sldId="261"/>
            <ac:spMk id="5" creationId="{FDEDEC39-5A59-60DC-0C97-CBDD4440B7E9}"/>
          </ac:spMkLst>
        </pc:spChg>
        <pc:picChg chg="add mod">
          <ac:chgData name="Efaz Hossain" userId="2bfb29039e40fd5a" providerId="LiveId" clId="{25B1E25C-B829-4132-8327-E2AAE2417597}" dt="2025-02-05T02:34:39.120" v="8" actId="1076"/>
          <ac:picMkLst>
            <pc:docMk/>
            <pc:sldMk cId="2073711221" sldId="261"/>
            <ac:picMk id="7" creationId="{2C709103-466E-C939-7DAD-364AF43728ED}"/>
          </ac:picMkLst>
        </pc:picChg>
        <pc:picChg chg="add mod">
          <ac:chgData name="Efaz Hossain" userId="2bfb29039e40fd5a" providerId="LiveId" clId="{25B1E25C-B829-4132-8327-E2AAE2417597}" dt="2025-02-05T02:35:16.264" v="16" actId="1076"/>
          <ac:picMkLst>
            <pc:docMk/>
            <pc:sldMk cId="2073711221" sldId="261"/>
            <ac:picMk id="9" creationId="{DEF32FBA-99BC-A6F8-E8B5-E00D9BDF09AC}"/>
          </ac:picMkLst>
        </pc:picChg>
        <pc:picChg chg="add mod">
          <ac:chgData name="Efaz Hossain" userId="2bfb29039e40fd5a" providerId="LiveId" clId="{25B1E25C-B829-4132-8327-E2AAE2417597}" dt="2025-02-05T02:33:58.835" v="6" actId="1076"/>
          <ac:picMkLst>
            <pc:docMk/>
            <pc:sldMk cId="2073711221" sldId="261"/>
            <ac:picMk id="1026" creationId="{897930EB-C191-249C-4AC1-6C78AB245EC6}"/>
          </ac:picMkLst>
        </pc:picChg>
        <pc:picChg chg="add del mod">
          <ac:chgData name="Efaz Hossain" userId="2bfb29039e40fd5a" providerId="LiveId" clId="{25B1E25C-B829-4132-8327-E2AAE2417597}" dt="2025-02-05T02:35:04.717" v="13" actId="478"/>
          <ac:picMkLst>
            <pc:docMk/>
            <pc:sldMk cId="2073711221" sldId="261"/>
            <ac:picMk id="1028" creationId="{AE17AE32-69B2-FE68-C2FD-0C966F1B0E9F}"/>
          </ac:picMkLst>
        </pc:picChg>
      </pc:sldChg>
    </pc:docChg>
  </pc:docChgLst>
  <pc:docChgLst>
    <pc:chgData name="Efaz Hossain" userId="2bfb29039e40fd5a" providerId="LiveId" clId="{38FFFD9C-AA42-4B41-8D4E-763727518CBB}"/>
    <pc:docChg chg="modSld">
      <pc:chgData name="Efaz Hossain" userId="2bfb29039e40fd5a" providerId="LiveId" clId="{38FFFD9C-AA42-4B41-8D4E-763727518CBB}" dt="2025-02-05T17:55:18.631" v="17" actId="20577"/>
      <pc:docMkLst>
        <pc:docMk/>
      </pc:docMkLst>
      <pc:sldChg chg="modSp mod">
        <pc:chgData name="Efaz Hossain" userId="2bfb29039e40fd5a" providerId="LiveId" clId="{38FFFD9C-AA42-4B41-8D4E-763727518CBB}" dt="2025-02-05T17:55:18.631" v="17" actId="20577"/>
        <pc:sldMkLst>
          <pc:docMk/>
          <pc:sldMk cId="2073711221" sldId="261"/>
        </pc:sldMkLst>
        <pc:spChg chg="mod">
          <ac:chgData name="Efaz Hossain" userId="2bfb29039e40fd5a" providerId="LiveId" clId="{38FFFD9C-AA42-4B41-8D4E-763727518CBB}" dt="2025-02-05T17:55:18.631" v="17" actId="20577"/>
          <ac:spMkLst>
            <pc:docMk/>
            <pc:sldMk cId="2073711221" sldId="261"/>
            <ac:spMk id="5" creationId="{FDEDEC39-5A59-60DC-0C97-CBDD4440B7E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4941771" cy="1678628"/>
          </a:xfrm>
        </p:spPr>
        <p:txBody>
          <a:bodyPr anchor="ctr"/>
          <a:lstStyle/>
          <a:p>
            <a:r>
              <a:rPr lang="en-US" dirty="0"/>
              <a:t>Project Tortoise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902C0D8-4809-EA6E-FC29-D77C5539D75C}"/>
              </a:ext>
            </a:extLst>
          </p:cNvPr>
          <p:cNvSpPr txBox="1">
            <a:spLocks/>
          </p:cNvSpPr>
          <p:nvPr/>
        </p:nvSpPr>
        <p:spPr>
          <a:xfrm>
            <a:off x="6441918" y="4169104"/>
            <a:ext cx="4941771" cy="16786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Efaz Hossain</a:t>
            </a:r>
          </a:p>
          <a:p>
            <a:r>
              <a:rPr lang="en-US" sz="2400" dirty="0" err="1"/>
              <a:t>Sahithi</a:t>
            </a:r>
            <a:r>
              <a:rPr lang="en-US" sz="2400" dirty="0"/>
              <a:t> </a:t>
            </a:r>
            <a:r>
              <a:rPr lang="en-US" sz="2400" dirty="0" err="1"/>
              <a:t>Mutyala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Project Tortoise As A Whole</a:t>
            </a:r>
          </a:p>
          <a:p>
            <a:r>
              <a:rPr lang="en-US" dirty="0"/>
              <a:t>Last Semester Progress</a:t>
            </a:r>
          </a:p>
          <a:p>
            <a:r>
              <a:rPr lang="en-US" dirty="0"/>
              <a:t>Current Progress</a:t>
            </a:r>
          </a:p>
          <a:p>
            <a:r>
              <a:rPr lang="en-US" dirty="0"/>
              <a:t>Questions?</a:t>
            </a:r>
          </a:p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6FD31-D0CF-8F6C-D933-49D0C7147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F720D6CD-80C1-88B9-362B-62DFD3E1F9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47" r="39278" b="1"/>
          <a:stretch/>
        </p:blipFill>
        <p:spPr bwMode="auto"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  <a:solidFill>
            <a:srgbClr val="FFFFFF"/>
          </a:solidFill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9B7D6-402E-4376-65FC-172F2FB5C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7F490-2B50-424C-625E-52003B1E5FF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453725" y="3660774"/>
            <a:ext cx="5907176" cy="2536826"/>
          </a:xfrm>
        </p:spPr>
        <p:txBody>
          <a:bodyPr>
            <a:noAutofit/>
          </a:bodyPr>
          <a:lstStyle/>
          <a:p>
            <a:pPr algn="l"/>
            <a:r>
              <a:rPr lang="en-US" sz="1400" b="0" i="0" dirty="0">
                <a:effectLst/>
              </a:rPr>
              <a:t>The goal of this project is to create a robust and efficient system that can:</a:t>
            </a:r>
          </a:p>
          <a:p>
            <a:pPr marL="285750" lvl="1"/>
            <a:r>
              <a:rPr lang="en-US" sz="1400" b="0" i="0" dirty="0">
                <a:effectLst/>
              </a:rPr>
              <a:t>Detect and recognize human faces (already done last semester)</a:t>
            </a:r>
          </a:p>
          <a:p>
            <a:pPr marL="285750" lvl="1"/>
            <a:r>
              <a:rPr lang="en-US" sz="1400" b="0" i="0" dirty="0">
                <a:effectLst/>
              </a:rPr>
              <a:t>Identify and classify objects within images. The model is built using deep learning techniques and trained on various datasets to achieve high accuracy in both tasks.</a:t>
            </a:r>
          </a:p>
        </p:txBody>
      </p:sp>
    </p:spTree>
    <p:extLst>
      <p:ext uri="{BB962C8B-B14F-4D97-AF65-F5344CB8AC3E}">
        <p14:creationId xmlns:p14="http://schemas.microsoft.com/office/powerpoint/2010/main" val="1487311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E1699-4F5A-2D7E-0BF5-D399FE8B0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Tortoise: What Is it Exactly?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164BA5-ADBC-C897-C8A4-09A64EA0B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Memory Assistance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C0D4ED-114F-EF3C-CBF6-1304F5D6F59A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rmAutofit fontScale="92500" lnSpcReduction="10000"/>
          </a:bodyPr>
          <a:lstStyle/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Key Features</a:t>
            </a:r>
          </a:p>
          <a:p>
            <a:pPr marL="569214" lvl="1">
              <a:lnSpc>
                <a:spcPct val="90000"/>
              </a:lnSpc>
            </a:pPr>
            <a:r>
              <a:rPr lang="en-US" sz="1400" b="1" dirty="0"/>
              <a:t>Facial and Object Recognition</a:t>
            </a:r>
          </a:p>
          <a:p>
            <a:pPr marL="569214" lvl="1">
              <a:lnSpc>
                <a:spcPct val="90000"/>
              </a:lnSpc>
            </a:pPr>
            <a:r>
              <a:rPr lang="en-US" sz="1400" b="1" dirty="0"/>
              <a:t>Wandering Prevention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Impact</a:t>
            </a:r>
          </a:p>
          <a:p>
            <a:pPr marL="569214" lvl="1">
              <a:lnSpc>
                <a:spcPct val="90000"/>
              </a:lnSpc>
            </a:pPr>
            <a:r>
              <a:rPr lang="en-US" sz="1400" b="1" dirty="0"/>
              <a:t>Enhances independence and safety for those with memory loss conditions</a:t>
            </a:r>
          </a:p>
          <a:p>
            <a:pPr marL="569214" lvl="1">
              <a:lnSpc>
                <a:spcPct val="90000"/>
              </a:lnSpc>
            </a:pPr>
            <a:r>
              <a:rPr lang="en-US" sz="1400" b="1" dirty="0"/>
              <a:t>Restores confidence in daily interactions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What Do We Want To Do?</a:t>
            </a:r>
          </a:p>
          <a:p>
            <a:pPr marL="57150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Create an assistive device that can delay full-time care and enhance daily task management along with easy to use functionality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BB9D6E-02F6-5EE9-AB85-CDC985D936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Data Storage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25E7C6-AFAA-0D44-732B-2BED19A0F8B0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300" b="1" dirty="0"/>
          </a:p>
          <a:p>
            <a:r>
              <a:rPr lang="en-US" sz="1300" b="1" dirty="0"/>
              <a:t>Collect and store data of patient/caretakers</a:t>
            </a:r>
          </a:p>
          <a:p>
            <a:pPr marL="569214" lvl="1"/>
            <a:r>
              <a:rPr lang="en-US" sz="1300" b="1" dirty="0"/>
              <a:t>A bit of a privacy issue but we’re taking considerations into how to lessen this as a whole</a:t>
            </a:r>
          </a:p>
          <a:p>
            <a:r>
              <a:rPr lang="en-US" sz="1300" b="1" dirty="0"/>
              <a:t>Use stored image data to build a database for our models to pull through when using for recognition and tracking of objects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/>
              <a:t>Thinking of using </a:t>
            </a:r>
            <a:r>
              <a:rPr lang="en-US" sz="1300" b="1" dirty="0" err="1"/>
              <a:t>AirTags</a:t>
            </a:r>
            <a:r>
              <a:rPr lang="en-US" sz="1300" b="1" dirty="0"/>
              <a:t> as a base for this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1DB854-94A9-A0D5-3912-940902315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364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92EAF-EF65-A714-4F21-A44929E87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Semester Progress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0D759D-BB29-C034-9469-981CFFA89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006DBB-6EB9-F2DE-B2DF-5F01DE1C087F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pPr marL="569214" lvl="1"/>
            <a:r>
              <a:rPr lang="en-US" dirty="0"/>
              <a:t>Worked on Facial Detection Model</a:t>
            </a:r>
          </a:p>
          <a:p>
            <a:pPr marL="852678" lvl="2"/>
            <a:r>
              <a:rPr lang="en-US" dirty="0"/>
              <a:t>Averages out at around 83-86% accuracy from trained faces</a:t>
            </a:r>
          </a:p>
          <a:p>
            <a:pPr marL="852678" lvl="2"/>
            <a:r>
              <a:rPr lang="en-US" dirty="0"/>
              <a:t>Averages at around 85% accuracy from new data</a:t>
            </a:r>
          </a:p>
          <a:p>
            <a:pPr marL="569214" lvl="1"/>
            <a:r>
              <a:rPr lang="en-US" dirty="0"/>
              <a:t>API detects labels correctly</a:t>
            </a:r>
          </a:p>
          <a:p>
            <a:pPr marL="569214" lvl="1"/>
            <a:r>
              <a:rPr lang="en-US" dirty="0"/>
              <a:t>App was being worked on</a:t>
            </a:r>
          </a:p>
          <a:p>
            <a:pPr marL="57150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52DE422-672B-80ED-F647-2B10504A25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068" y="464129"/>
            <a:ext cx="5229657" cy="1715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DA41321-B4E7-10CD-8D91-2F3F021D8E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9" y="2274095"/>
            <a:ext cx="4938712" cy="1619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3E2CA5-AB7C-5AC0-CC2E-6D076CA238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301" y="4245815"/>
            <a:ext cx="4660327" cy="865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407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F4510-53AE-13FB-0A64-ED4911F81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BDD3B-700D-6370-B3D6-C7ED3A410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Progress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971216-6B75-9E2A-4BB8-A539DCB7FF6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293D82-61D4-3571-58C3-F7635C618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DEDEC39-5A59-60DC-0C97-CBDD4440B7E9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Started basic EDA on object dataset</a:t>
            </a:r>
          </a:p>
          <a:p>
            <a:pPr marL="569214" lvl="1"/>
            <a:r>
              <a:rPr lang="en-US" dirty="0"/>
              <a:t>Viewing each class</a:t>
            </a:r>
          </a:p>
          <a:p>
            <a:pPr marL="569214" lvl="1"/>
            <a:r>
              <a:rPr lang="en-US" dirty="0"/>
              <a:t>Checked how many images are in each</a:t>
            </a:r>
          </a:p>
          <a:p>
            <a:r>
              <a:rPr lang="en-US" dirty="0"/>
              <a:t>Split dataset into train/</a:t>
            </a:r>
            <a:r>
              <a:rPr lang="en-US" dirty="0" err="1"/>
              <a:t>val</a:t>
            </a:r>
            <a:r>
              <a:rPr lang="en-US" dirty="0"/>
              <a:t>/test (65/20/15)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Started automatic labeling and boundary box 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Plans to start </a:t>
            </a:r>
            <a:r>
              <a:rPr lang="en-US"/>
              <a:t>using YOLO11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97930EB-C191-249C-4AC1-6C78AB245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161" y="4204719"/>
            <a:ext cx="3990630" cy="2151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709103-466E-C939-7DAD-364AF4372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099" y="3429000"/>
            <a:ext cx="3391373" cy="3429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F32FBA-99BC-A6F8-E8B5-E00D9BDF09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22" y="44079"/>
            <a:ext cx="3300873" cy="3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711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8A807-A25F-8C3D-699E-7CD73E3819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94DDAC-35B7-A72B-854E-524B304AC0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Any questions?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AF69D-4DA6-A440-966B-A4CBF1316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50152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{61F05401-E351-41BF-BD70-B0629FDC6ECC}tf67328976_win32</Template>
  <TotalTime>77</TotalTime>
  <Words>287</Words>
  <Application>Microsoft Office PowerPoint</Application>
  <PresentationFormat>Widescreen</PresentationFormat>
  <Paragraphs>53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Tenorite</vt:lpstr>
      <vt:lpstr>Custom</vt:lpstr>
      <vt:lpstr>Project Tortoise</vt:lpstr>
      <vt:lpstr>AGENDA</vt:lpstr>
      <vt:lpstr>Introduction</vt:lpstr>
      <vt:lpstr>Project Tortoise: What Is it Exactly?</vt:lpstr>
      <vt:lpstr>Last Semester Progress</vt:lpstr>
      <vt:lpstr>Current Progress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Efaz Hossain</dc:creator>
  <cp:lastModifiedBy>Efaz Hossain</cp:lastModifiedBy>
  <cp:revision>1</cp:revision>
  <dcterms:created xsi:type="dcterms:W3CDTF">2025-02-04T23:05:28Z</dcterms:created>
  <dcterms:modified xsi:type="dcterms:W3CDTF">2025-02-05T17:55:21Z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