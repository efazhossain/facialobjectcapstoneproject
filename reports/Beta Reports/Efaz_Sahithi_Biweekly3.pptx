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83" r:id="rId7"/>
    <p:sldId id="278" r:id="rId8"/>
    <p:sldId id="273" r:id="rId9"/>
    <p:sldId id="275" r:id="rId10"/>
    <p:sldId id="276" r:id="rId11"/>
    <p:sldId id="282" r:id="rId12"/>
    <p:sldId id="277" r:id="rId13"/>
    <p:sldId id="281" r:id="rId14"/>
    <p:sldId id="280" r:id="rId15"/>
    <p:sldId id="27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EF4045-4B80-4379-AEB9-9BC0D7D7A4BD}" v="40" dt="2025-02-26T00:54:38.763"/>
    <p1510:client id="{3AB97A6B-1545-4AEC-ABFA-1A67391FA58F}" v="4" dt="2025-02-26T00:24:28.918"/>
    <p1510:client id="{62EEAE80-6938-66CE-27B7-F438D606F983}" v="1483" dt="2025-02-25T19:56:47.668"/>
    <p1510:client id="{77253B9F-361D-F91A-5888-7636D50FE6AA}" v="153" dt="2025-02-25T19:16:53.453"/>
    <p1510:client id="{8E829F05-D3EE-85E1-9C03-4792B7002A8C}" v="10" dt="2025-02-25T19:21:18.0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faz Hossain" userId="2bfb29039e40fd5a" providerId="LiveId" clId="{0BEF4045-4B80-4379-AEB9-9BC0D7D7A4BD}"/>
    <pc:docChg chg="undo custSel addSld delSld modSld sldOrd">
      <pc:chgData name="Efaz Hossain" userId="2bfb29039e40fd5a" providerId="LiveId" clId="{0BEF4045-4B80-4379-AEB9-9BC0D7D7A4BD}" dt="2025-02-26T00:58:28.087" v="1506" actId="20577"/>
      <pc:docMkLst>
        <pc:docMk/>
      </pc:docMkLst>
      <pc:sldChg chg="modSp mod">
        <pc:chgData name="Efaz Hossain" userId="2bfb29039e40fd5a" providerId="LiveId" clId="{0BEF4045-4B80-4379-AEB9-9BC0D7D7A4BD}" dt="2025-02-26T00:56:51.925" v="1393" actId="27636"/>
        <pc:sldMkLst>
          <pc:docMk/>
          <pc:sldMk cId="1713219598" sldId="257"/>
        </pc:sldMkLst>
        <pc:spChg chg="mod">
          <ac:chgData name="Efaz Hossain" userId="2bfb29039e40fd5a" providerId="LiveId" clId="{0BEF4045-4B80-4379-AEB9-9BC0D7D7A4BD}" dt="2025-02-26T00:56:51.925" v="1393" actId="27636"/>
          <ac:spMkLst>
            <pc:docMk/>
            <pc:sldMk cId="1713219598" sldId="257"/>
            <ac:spMk id="3" creationId="{5671D7E5-EF66-4BCD-8DAA-E9061157F0BE}"/>
          </ac:spMkLst>
        </pc:spChg>
      </pc:sldChg>
      <pc:sldChg chg="modSp del mod">
        <pc:chgData name="Efaz Hossain" userId="2bfb29039e40fd5a" providerId="LiveId" clId="{0BEF4045-4B80-4379-AEB9-9BC0D7D7A4BD}" dt="2025-02-26T00:56:55.729" v="1394" actId="47"/>
        <pc:sldMkLst>
          <pc:docMk/>
          <pc:sldMk cId="621070261" sldId="272"/>
        </pc:sldMkLst>
        <pc:spChg chg="mod">
          <ac:chgData name="Efaz Hossain" userId="2bfb29039e40fd5a" providerId="LiveId" clId="{0BEF4045-4B80-4379-AEB9-9BC0D7D7A4BD}" dt="2025-02-26T00:56:37.886" v="1391" actId="1076"/>
          <ac:spMkLst>
            <pc:docMk/>
            <pc:sldMk cId="621070261" sldId="272"/>
            <ac:spMk id="5" creationId="{B50BC2AA-ED62-FA9F-45DC-F45CBDD5282B}"/>
          </ac:spMkLst>
        </pc:spChg>
      </pc:sldChg>
      <pc:sldChg chg="addSp delSp modSp mod">
        <pc:chgData name="Efaz Hossain" userId="2bfb29039e40fd5a" providerId="LiveId" clId="{0BEF4045-4B80-4379-AEB9-9BC0D7D7A4BD}" dt="2025-02-26T00:41:47.947" v="143" actId="1076"/>
        <pc:sldMkLst>
          <pc:docMk/>
          <pc:sldMk cId="1738196161" sldId="275"/>
        </pc:sldMkLst>
        <pc:spChg chg="del mod">
          <ac:chgData name="Efaz Hossain" userId="2bfb29039e40fd5a" providerId="LiveId" clId="{0BEF4045-4B80-4379-AEB9-9BC0D7D7A4BD}" dt="2025-02-26T00:41:00.335" v="126" actId="478"/>
          <ac:spMkLst>
            <pc:docMk/>
            <pc:sldMk cId="1738196161" sldId="275"/>
            <ac:spMk id="15" creationId="{C1EA667E-3E69-E1A6-27D5-37556982A63A}"/>
          </ac:spMkLst>
        </pc:spChg>
        <pc:graphicFrameChg chg="mod modGraphic">
          <ac:chgData name="Efaz Hossain" userId="2bfb29039e40fd5a" providerId="LiveId" clId="{0BEF4045-4B80-4379-AEB9-9BC0D7D7A4BD}" dt="2025-02-26T00:41:23.225" v="138" actId="20577"/>
          <ac:graphicFrameMkLst>
            <pc:docMk/>
            <pc:sldMk cId="1738196161" sldId="275"/>
            <ac:graphicFrameMk id="10" creationId="{B1A8D845-A174-656E-8DB3-3F5E07A15426}"/>
          </ac:graphicFrameMkLst>
        </pc:graphicFrameChg>
        <pc:picChg chg="del mod">
          <ac:chgData name="Efaz Hossain" userId="2bfb29039e40fd5a" providerId="LiveId" clId="{0BEF4045-4B80-4379-AEB9-9BC0D7D7A4BD}" dt="2025-02-26T00:40:13.292" v="114" actId="478"/>
          <ac:picMkLst>
            <pc:docMk/>
            <pc:sldMk cId="1738196161" sldId="275"/>
            <ac:picMk id="11" creationId="{5FAC63CA-C896-990C-98FF-2A5D8313BD44}"/>
          </ac:picMkLst>
        </pc:picChg>
        <pc:picChg chg="del">
          <ac:chgData name="Efaz Hossain" userId="2bfb29039e40fd5a" providerId="LiveId" clId="{0BEF4045-4B80-4379-AEB9-9BC0D7D7A4BD}" dt="2025-02-26T00:40:46.045" v="120" actId="478"/>
          <ac:picMkLst>
            <pc:docMk/>
            <pc:sldMk cId="1738196161" sldId="275"/>
            <ac:picMk id="13" creationId="{A6DA8794-C9B0-2537-FFF7-9A9FA2DE2C3F}"/>
          </ac:picMkLst>
        </pc:picChg>
        <pc:picChg chg="del">
          <ac:chgData name="Efaz Hossain" userId="2bfb29039e40fd5a" providerId="LiveId" clId="{0BEF4045-4B80-4379-AEB9-9BC0D7D7A4BD}" dt="2025-02-26T00:31:20.301" v="0" actId="478"/>
          <ac:picMkLst>
            <pc:docMk/>
            <pc:sldMk cId="1738196161" sldId="275"/>
            <ac:picMk id="14" creationId="{CFEC90B1-5324-1414-1403-F522D925EB09}"/>
          </ac:picMkLst>
        </pc:picChg>
        <pc:picChg chg="add mod">
          <ac:chgData name="Efaz Hossain" userId="2bfb29039e40fd5a" providerId="LiveId" clId="{0BEF4045-4B80-4379-AEB9-9BC0D7D7A4BD}" dt="2025-02-26T00:41:41.862" v="142" actId="1076"/>
          <ac:picMkLst>
            <pc:docMk/>
            <pc:sldMk cId="1738196161" sldId="275"/>
            <ac:picMk id="1026" creationId="{18E7EB9E-5E60-4B70-BC08-E8A10051244F}"/>
          </ac:picMkLst>
        </pc:picChg>
        <pc:picChg chg="add mod">
          <ac:chgData name="Efaz Hossain" userId="2bfb29039e40fd5a" providerId="LiveId" clId="{0BEF4045-4B80-4379-AEB9-9BC0D7D7A4BD}" dt="2025-02-26T00:41:47.947" v="143" actId="1076"/>
          <ac:picMkLst>
            <pc:docMk/>
            <pc:sldMk cId="1738196161" sldId="275"/>
            <ac:picMk id="1028" creationId="{234D937D-F5D8-0616-C522-5F5C8D21F1CD}"/>
          </ac:picMkLst>
        </pc:picChg>
      </pc:sldChg>
      <pc:sldChg chg="delSp modSp mod">
        <pc:chgData name="Efaz Hossain" userId="2bfb29039e40fd5a" providerId="LiveId" clId="{0BEF4045-4B80-4379-AEB9-9BC0D7D7A4BD}" dt="2025-02-26T00:44:45.923" v="285" actId="20577"/>
        <pc:sldMkLst>
          <pc:docMk/>
          <pc:sldMk cId="4066711269" sldId="276"/>
        </pc:sldMkLst>
        <pc:spChg chg="mod">
          <ac:chgData name="Efaz Hossain" userId="2bfb29039e40fd5a" providerId="LiveId" clId="{0BEF4045-4B80-4379-AEB9-9BC0D7D7A4BD}" dt="2025-02-26T00:44:45.923" v="285" actId="20577"/>
          <ac:spMkLst>
            <pc:docMk/>
            <pc:sldMk cId="4066711269" sldId="276"/>
            <ac:spMk id="6" creationId="{E6449A9D-3BB2-DBBD-B9EF-6F6F95035F79}"/>
          </ac:spMkLst>
        </pc:spChg>
        <pc:picChg chg="del">
          <ac:chgData name="Efaz Hossain" userId="2bfb29039e40fd5a" providerId="LiveId" clId="{0BEF4045-4B80-4379-AEB9-9BC0D7D7A4BD}" dt="2025-02-26T00:42:14.891" v="144" actId="21"/>
          <ac:picMkLst>
            <pc:docMk/>
            <pc:sldMk cId="4066711269" sldId="276"/>
            <ac:picMk id="9" creationId="{000AAC69-79AF-380D-2ABC-FB05966233EF}"/>
          </ac:picMkLst>
        </pc:picChg>
      </pc:sldChg>
      <pc:sldChg chg="addSp modSp mod">
        <pc:chgData name="Efaz Hossain" userId="2bfb29039e40fd5a" providerId="LiveId" clId="{0BEF4045-4B80-4379-AEB9-9BC0D7D7A4BD}" dt="2025-02-26T00:48:00.063" v="695" actId="20577"/>
        <pc:sldMkLst>
          <pc:docMk/>
          <pc:sldMk cId="3277018673" sldId="277"/>
        </pc:sldMkLst>
        <pc:spChg chg="mod">
          <ac:chgData name="Efaz Hossain" userId="2bfb29039e40fd5a" providerId="LiveId" clId="{0BEF4045-4B80-4379-AEB9-9BC0D7D7A4BD}" dt="2025-02-26T00:45:54.970" v="304" actId="20577"/>
          <ac:spMkLst>
            <pc:docMk/>
            <pc:sldMk cId="3277018673" sldId="277"/>
            <ac:spMk id="3" creationId="{7CA81710-663D-545F-9E5A-FABD5D4116BE}"/>
          </ac:spMkLst>
        </pc:spChg>
        <pc:spChg chg="mod">
          <ac:chgData name="Efaz Hossain" userId="2bfb29039e40fd5a" providerId="LiveId" clId="{0BEF4045-4B80-4379-AEB9-9BC0D7D7A4BD}" dt="2025-02-26T00:48:00.063" v="695" actId="20577"/>
          <ac:spMkLst>
            <pc:docMk/>
            <pc:sldMk cId="3277018673" sldId="277"/>
            <ac:spMk id="4" creationId="{3E968193-FA0D-3224-0FC1-03CE26CDE3B6}"/>
          </ac:spMkLst>
        </pc:spChg>
        <pc:picChg chg="add mod">
          <ac:chgData name="Efaz Hossain" userId="2bfb29039e40fd5a" providerId="LiveId" clId="{0BEF4045-4B80-4379-AEB9-9BC0D7D7A4BD}" dt="2025-02-26T00:42:17.168" v="145"/>
          <ac:picMkLst>
            <pc:docMk/>
            <pc:sldMk cId="3277018673" sldId="277"/>
            <ac:picMk id="9" creationId="{000AAC69-79AF-380D-2ABC-FB05966233EF}"/>
          </ac:picMkLst>
        </pc:picChg>
      </pc:sldChg>
      <pc:sldChg chg="modSp mod">
        <pc:chgData name="Efaz Hossain" userId="2bfb29039e40fd5a" providerId="LiveId" clId="{0BEF4045-4B80-4379-AEB9-9BC0D7D7A4BD}" dt="2025-02-26T00:55:08.981" v="1318" actId="20577"/>
        <pc:sldMkLst>
          <pc:docMk/>
          <pc:sldMk cId="2416229590" sldId="279"/>
        </pc:sldMkLst>
        <pc:spChg chg="mod">
          <ac:chgData name="Efaz Hossain" userId="2bfb29039e40fd5a" providerId="LiveId" clId="{0BEF4045-4B80-4379-AEB9-9BC0D7D7A4BD}" dt="2025-02-26T00:55:08.981" v="1318" actId="20577"/>
          <ac:spMkLst>
            <pc:docMk/>
            <pc:sldMk cId="2416229590" sldId="279"/>
            <ac:spMk id="8" creationId="{D93320C0-05F0-EE78-3F54-5B5F8755BC73}"/>
          </ac:spMkLst>
        </pc:spChg>
        <pc:spChg chg="mod">
          <ac:chgData name="Efaz Hossain" userId="2bfb29039e40fd5a" providerId="LiveId" clId="{0BEF4045-4B80-4379-AEB9-9BC0D7D7A4BD}" dt="2025-02-26T00:54:59.682" v="1297" actId="20577"/>
          <ac:spMkLst>
            <pc:docMk/>
            <pc:sldMk cId="2416229590" sldId="279"/>
            <ac:spMk id="9" creationId="{AE7FD5FA-A23B-05BD-0C3D-0830141F00E7}"/>
          </ac:spMkLst>
        </pc:spChg>
      </pc:sldChg>
      <pc:sldChg chg="addSp delSp modSp mod">
        <pc:chgData name="Efaz Hossain" userId="2bfb29039e40fd5a" providerId="LiveId" clId="{0BEF4045-4B80-4379-AEB9-9BC0D7D7A4BD}" dt="2025-02-26T00:54:38.762" v="1224" actId="1076"/>
        <pc:sldMkLst>
          <pc:docMk/>
          <pc:sldMk cId="3670506158" sldId="280"/>
        </pc:sldMkLst>
        <pc:spChg chg="mod">
          <ac:chgData name="Efaz Hossain" userId="2bfb29039e40fd5a" providerId="LiveId" clId="{0BEF4045-4B80-4379-AEB9-9BC0D7D7A4BD}" dt="2025-02-26T00:49:46.172" v="768" actId="20577"/>
          <ac:spMkLst>
            <pc:docMk/>
            <pc:sldMk cId="3670506158" sldId="280"/>
            <ac:spMk id="3" creationId="{7E5E0BF3-CA19-DA32-3B0A-9908E5ABA16C}"/>
          </ac:spMkLst>
        </pc:spChg>
        <pc:spChg chg="add">
          <ac:chgData name="Efaz Hossain" userId="2bfb29039e40fd5a" providerId="LiveId" clId="{0BEF4045-4B80-4379-AEB9-9BC0D7D7A4BD}" dt="2025-02-26T00:49:07.926" v="698"/>
          <ac:spMkLst>
            <pc:docMk/>
            <pc:sldMk cId="3670506158" sldId="280"/>
            <ac:spMk id="4" creationId="{68D06EEE-7B5B-0AA2-2F83-FEE7CFB4FA0C}"/>
          </ac:spMkLst>
        </pc:spChg>
        <pc:spChg chg="add">
          <ac:chgData name="Efaz Hossain" userId="2bfb29039e40fd5a" providerId="LiveId" clId="{0BEF4045-4B80-4379-AEB9-9BC0D7D7A4BD}" dt="2025-02-26T00:49:07.926" v="698"/>
          <ac:spMkLst>
            <pc:docMk/>
            <pc:sldMk cId="3670506158" sldId="280"/>
            <ac:spMk id="6" creationId="{D4088F4B-3073-1F3B-ACAD-9A80CF21E733}"/>
          </ac:spMkLst>
        </pc:spChg>
        <pc:spChg chg="add">
          <ac:chgData name="Efaz Hossain" userId="2bfb29039e40fd5a" providerId="LiveId" clId="{0BEF4045-4B80-4379-AEB9-9BC0D7D7A4BD}" dt="2025-02-26T00:49:07.926" v="698"/>
          <ac:spMkLst>
            <pc:docMk/>
            <pc:sldMk cId="3670506158" sldId="280"/>
            <ac:spMk id="8" creationId="{1DB84CD0-A0EE-5408-72E9-3DCEE18A662D}"/>
          </ac:spMkLst>
        </pc:spChg>
        <pc:spChg chg="add">
          <ac:chgData name="Efaz Hossain" userId="2bfb29039e40fd5a" providerId="LiveId" clId="{0BEF4045-4B80-4379-AEB9-9BC0D7D7A4BD}" dt="2025-02-26T00:49:07.926" v="698"/>
          <ac:spMkLst>
            <pc:docMk/>
            <pc:sldMk cId="3670506158" sldId="280"/>
            <ac:spMk id="9" creationId="{5BAE94C7-E3C1-B867-C28A-416290B62B5F}"/>
          </ac:spMkLst>
        </pc:spChg>
        <pc:spChg chg="add">
          <ac:chgData name="Efaz Hossain" userId="2bfb29039e40fd5a" providerId="LiveId" clId="{0BEF4045-4B80-4379-AEB9-9BC0D7D7A4BD}" dt="2025-02-26T00:49:07.926" v="698"/>
          <ac:spMkLst>
            <pc:docMk/>
            <pc:sldMk cId="3670506158" sldId="280"/>
            <ac:spMk id="10" creationId="{B09705B2-B3A5-BC87-88B5-33DFC11A45DD}"/>
          </ac:spMkLst>
        </pc:spChg>
        <pc:spChg chg="add">
          <ac:chgData name="Efaz Hossain" userId="2bfb29039e40fd5a" providerId="LiveId" clId="{0BEF4045-4B80-4379-AEB9-9BC0D7D7A4BD}" dt="2025-02-26T00:49:07.926" v="698"/>
          <ac:spMkLst>
            <pc:docMk/>
            <pc:sldMk cId="3670506158" sldId="280"/>
            <ac:spMk id="11" creationId="{FE9DF2F1-8F99-8BA2-08FF-745A384E36E6}"/>
          </ac:spMkLst>
        </pc:spChg>
        <pc:spChg chg="add">
          <ac:chgData name="Efaz Hossain" userId="2bfb29039e40fd5a" providerId="LiveId" clId="{0BEF4045-4B80-4379-AEB9-9BC0D7D7A4BD}" dt="2025-02-26T00:49:07.926" v="698"/>
          <ac:spMkLst>
            <pc:docMk/>
            <pc:sldMk cId="3670506158" sldId="280"/>
            <ac:spMk id="12" creationId="{98F53E66-9988-A793-64F8-0C60F82B044A}"/>
          </ac:spMkLst>
        </pc:spChg>
        <pc:spChg chg="add mod">
          <ac:chgData name="Efaz Hossain" userId="2bfb29039e40fd5a" providerId="LiveId" clId="{0BEF4045-4B80-4379-AEB9-9BC0D7D7A4BD}" dt="2025-02-26T00:49:18.426" v="700"/>
          <ac:spMkLst>
            <pc:docMk/>
            <pc:sldMk cId="3670506158" sldId="280"/>
            <ac:spMk id="15" creationId="{7CA7D00F-6844-A6CF-FB49-7CD0ECDACE3E}"/>
          </ac:spMkLst>
        </pc:spChg>
        <pc:spChg chg="add mod">
          <ac:chgData name="Efaz Hossain" userId="2bfb29039e40fd5a" providerId="LiveId" clId="{0BEF4045-4B80-4379-AEB9-9BC0D7D7A4BD}" dt="2025-02-26T00:49:18.426" v="700"/>
          <ac:spMkLst>
            <pc:docMk/>
            <pc:sldMk cId="3670506158" sldId="280"/>
            <ac:spMk id="17" creationId="{2C864282-ADB7-7A1E-CFCF-93971A54D712}"/>
          </ac:spMkLst>
        </pc:spChg>
        <pc:spChg chg="add mod">
          <ac:chgData name="Efaz Hossain" userId="2bfb29039e40fd5a" providerId="LiveId" clId="{0BEF4045-4B80-4379-AEB9-9BC0D7D7A4BD}" dt="2025-02-26T00:49:18.426" v="700"/>
          <ac:spMkLst>
            <pc:docMk/>
            <pc:sldMk cId="3670506158" sldId="280"/>
            <ac:spMk id="20" creationId="{D7B7862A-28E1-B6FE-55A3-94C808F5A1D6}"/>
          </ac:spMkLst>
        </pc:spChg>
        <pc:spChg chg="add mod">
          <ac:chgData name="Efaz Hossain" userId="2bfb29039e40fd5a" providerId="LiveId" clId="{0BEF4045-4B80-4379-AEB9-9BC0D7D7A4BD}" dt="2025-02-26T00:49:18.426" v="700"/>
          <ac:spMkLst>
            <pc:docMk/>
            <pc:sldMk cId="3670506158" sldId="280"/>
            <ac:spMk id="22" creationId="{15022B9F-4167-16C2-7A67-92BB025D4FCA}"/>
          </ac:spMkLst>
        </pc:spChg>
        <pc:spChg chg="add mod">
          <ac:chgData name="Efaz Hossain" userId="2bfb29039e40fd5a" providerId="LiveId" clId="{0BEF4045-4B80-4379-AEB9-9BC0D7D7A4BD}" dt="2025-02-26T00:49:18.426" v="700"/>
          <ac:spMkLst>
            <pc:docMk/>
            <pc:sldMk cId="3670506158" sldId="280"/>
            <ac:spMk id="23" creationId="{486F24A9-B6E1-DA94-EFA3-2099CB30DDF3}"/>
          </ac:spMkLst>
        </pc:spChg>
        <pc:spChg chg="add mod">
          <ac:chgData name="Efaz Hossain" userId="2bfb29039e40fd5a" providerId="LiveId" clId="{0BEF4045-4B80-4379-AEB9-9BC0D7D7A4BD}" dt="2025-02-26T00:49:18.426" v="700"/>
          <ac:spMkLst>
            <pc:docMk/>
            <pc:sldMk cId="3670506158" sldId="280"/>
            <ac:spMk id="24" creationId="{386C3BF7-ADFB-3040-A58B-106EC7D09917}"/>
          </ac:spMkLst>
        </pc:spChg>
        <pc:spChg chg="add mod">
          <ac:chgData name="Efaz Hossain" userId="2bfb29039e40fd5a" providerId="LiveId" clId="{0BEF4045-4B80-4379-AEB9-9BC0D7D7A4BD}" dt="2025-02-26T00:49:18.426" v="700"/>
          <ac:spMkLst>
            <pc:docMk/>
            <pc:sldMk cId="3670506158" sldId="280"/>
            <ac:spMk id="25" creationId="{D9AE8975-9C59-8C31-988B-D931E4868B94}"/>
          </ac:spMkLst>
        </pc:spChg>
        <pc:spChg chg="add mod">
          <ac:chgData name="Efaz Hossain" userId="2bfb29039e40fd5a" providerId="LiveId" clId="{0BEF4045-4B80-4379-AEB9-9BC0D7D7A4BD}" dt="2025-02-26T00:49:18.426" v="700"/>
          <ac:spMkLst>
            <pc:docMk/>
            <pc:sldMk cId="3670506158" sldId="280"/>
            <ac:spMk id="28" creationId="{B6BAB452-0A54-AF82-B6DC-2CF3CB4DA71C}"/>
          </ac:spMkLst>
        </pc:spChg>
        <pc:spChg chg="add mod">
          <ac:chgData name="Efaz Hossain" userId="2bfb29039e40fd5a" providerId="LiveId" clId="{0BEF4045-4B80-4379-AEB9-9BC0D7D7A4BD}" dt="2025-02-26T00:49:18.426" v="700"/>
          <ac:spMkLst>
            <pc:docMk/>
            <pc:sldMk cId="3670506158" sldId="280"/>
            <ac:spMk id="29" creationId="{7EBFA35B-0EE8-FCC9-B8B9-8CFB05A2EA7B}"/>
          </ac:spMkLst>
        </pc:spChg>
        <pc:spChg chg="add mod">
          <ac:chgData name="Efaz Hossain" userId="2bfb29039e40fd5a" providerId="LiveId" clId="{0BEF4045-4B80-4379-AEB9-9BC0D7D7A4BD}" dt="2025-02-26T00:49:18.426" v="700"/>
          <ac:spMkLst>
            <pc:docMk/>
            <pc:sldMk cId="3670506158" sldId="280"/>
            <ac:spMk id="30" creationId="{0DAE991A-B1C6-9888-D5AF-D106206442B7}"/>
          </ac:spMkLst>
        </pc:spChg>
        <pc:spChg chg="add">
          <ac:chgData name="Efaz Hossain" userId="2bfb29039e40fd5a" providerId="LiveId" clId="{0BEF4045-4B80-4379-AEB9-9BC0D7D7A4BD}" dt="2025-02-26T00:54:13.797" v="1220"/>
          <ac:spMkLst>
            <pc:docMk/>
            <pc:sldMk cId="3670506158" sldId="280"/>
            <ac:spMk id="31" creationId="{E15AA82C-FFB5-DB14-B656-8AC6FA04E3F1}"/>
          </ac:spMkLst>
        </pc:spChg>
        <pc:spChg chg="add">
          <ac:chgData name="Efaz Hossain" userId="2bfb29039e40fd5a" providerId="LiveId" clId="{0BEF4045-4B80-4379-AEB9-9BC0D7D7A4BD}" dt="2025-02-26T00:54:19.386" v="1221"/>
          <ac:spMkLst>
            <pc:docMk/>
            <pc:sldMk cId="3670506158" sldId="280"/>
            <ac:spMk id="32" creationId="{FED82C5B-F80F-8779-7E33-B3B7F24F0388}"/>
          </ac:spMkLst>
        </pc:spChg>
        <pc:graphicFrameChg chg="mod">
          <ac:chgData name="Efaz Hossain" userId="2bfb29039e40fd5a" providerId="LiveId" clId="{0BEF4045-4B80-4379-AEB9-9BC0D7D7A4BD}" dt="2025-02-26T00:54:11.237" v="1219" actId="1076"/>
          <ac:graphicFrameMkLst>
            <pc:docMk/>
            <pc:sldMk cId="3670506158" sldId="280"/>
            <ac:graphicFrameMk id="7" creationId="{3BEB4CBB-6F6D-B09E-FD23-C78903806255}"/>
          </ac:graphicFrameMkLst>
        </pc:graphicFrameChg>
        <pc:picChg chg="add mod">
          <ac:chgData name="Efaz Hossain" userId="2bfb29039e40fd5a" providerId="LiveId" clId="{0BEF4045-4B80-4379-AEB9-9BC0D7D7A4BD}" dt="2025-02-26T00:54:38.762" v="1224" actId="1076"/>
          <ac:picMkLst>
            <pc:docMk/>
            <pc:sldMk cId="3670506158" sldId="280"/>
            <ac:picMk id="2078" creationId="{98395988-00EF-E32A-8245-7179EC99B409}"/>
          </ac:picMkLst>
        </pc:picChg>
      </pc:sldChg>
      <pc:sldChg chg="addSp delSp modSp add mod ord">
        <pc:chgData name="Efaz Hossain" userId="2bfb29039e40fd5a" providerId="LiveId" clId="{0BEF4045-4B80-4379-AEB9-9BC0D7D7A4BD}" dt="2025-02-26T00:52:52.710" v="1218" actId="14100"/>
        <pc:sldMkLst>
          <pc:docMk/>
          <pc:sldMk cId="2206219838" sldId="281"/>
        </pc:sldMkLst>
        <pc:spChg chg="mod">
          <ac:chgData name="Efaz Hossain" userId="2bfb29039e40fd5a" providerId="LiveId" clId="{0BEF4045-4B80-4379-AEB9-9BC0D7D7A4BD}" dt="2025-02-26T00:50:00.813" v="790" actId="20577"/>
          <ac:spMkLst>
            <pc:docMk/>
            <pc:sldMk cId="2206219838" sldId="281"/>
            <ac:spMk id="2" creationId="{52394113-7841-6FA9-5E8C-55AF57915BE2}"/>
          </ac:spMkLst>
        </pc:spChg>
        <pc:spChg chg="mod">
          <ac:chgData name="Efaz Hossain" userId="2bfb29039e40fd5a" providerId="LiveId" clId="{0BEF4045-4B80-4379-AEB9-9BC0D7D7A4BD}" dt="2025-02-26T00:51:25.928" v="1109" actId="20577"/>
          <ac:spMkLst>
            <pc:docMk/>
            <pc:sldMk cId="2206219838" sldId="281"/>
            <ac:spMk id="3" creationId="{DB0850C2-4056-3820-7254-998C900B6466}"/>
          </ac:spMkLst>
        </pc:spChg>
        <pc:graphicFrameChg chg="mod modGraphic">
          <ac:chgData name="Efaz Hossain" userId="2bfb29039e40fd5a" providerId="LiveId" clId="{0BEF4045-4B80-4379-AEB9-9BC0D7D7A4BD}" dt="2025-02-26T00:52:47.867" v="1216" actId="1076"/>
          <ac:graphicFrameMkLst>
            <pc:docMk/>
            <pc:sldMk cId="2206219838" sldId="281"/>
            <ac:graphicFrameMk id="7" creationId="{10A6953B-BB55-3ABA-9111-0DABAF8D19FD}"/>
          </ac:graphicFrameMkLst>
        </pc:graphicFrameChg>
        <pc:picChg chg="add del">
          <ac:chgData name="Efaz Hossain" userId="2bfb29039e40fd5a" providerId="LiveId" clId="{0BEF4045-4B80-4379-AEB9-9BC0D7D7A4BD}" dt="2025-02-26T00:52:35.098" v="1212" actId="478"/>
          <ac:picMkLst>
            <pc:docMk/>
            <pc:sldMk cId="2206219838" sldId="281"/>
            <ac:picMk id="3074" creationId="{1B15CA40-A6E6-1EDF-CF1F-4D71B7E0AC9E}"/>
          </ac:picMkLst>
        </pc:picChg>
        <pc:picChg chg="add mod">
          <ac:chgData name="Efaz Hossain" userId="2bfb29039e40fd5a" providerId="LiveId" clId="{0BEF4045-4B80-4379-AEB9-9BC0D7D7A4BD}" dt="2025-02-26T00:52:52.710" v="1218" actId="14100"/>
          <ac:picMkLst>
            <pc:docMk/>
            <pc:sldMk cId="2206219838" sldId="281"/>
            <ac:picMk id="3076" creationId="{22544D9E-3922-5C21-F19E-8A97279C5CF9}"/>
          </ac:picMkLst>
        </pc:picChg>
      </pc:sldChg>
      <pc:sldChg chg="modSp new mod">
        <pc:chgData name="Efaz Hossain" userId="2bfb29039e40fd5a" providerId="LiveId" clId="{0BEF4045-4B80-4379-AEB9-9BC0D7D7A4BD}" dt="2025-02-26T00:58:28.087" v="1506" actId="20577"/>
        <pc:sldMkLst>
          <pc:docMk/>
          <pc:sldMk cId="140052326" sldId="282"/>
        </pc:sldMkLst>
        <pc:spChg chg="mod">
          <ac:chgData name="Efaz Hossain" userId="2bfb29039e40fd5a" providerId="LiveId" clId="{0BEF4045-4B80-4379-AEB9-9BC0D7D7A4BD}" dt="2025-02-26T00:58:28.087" v="1506" actId="20577"/>
          <ac:spMkLst>
            <pc:docMk/>
            <pc:sldMk cId="140052326" sldId="282"/>
            <ac:spMk id="2" creationId="{3684D494-46E8-027E-DCBE-3CC977CD634A}"/>
          </ac:spMkLst>
        </pc:spChg>
      </pc:sldChg>
      <pc:sldChg chg="modSp new mod">
        <pc:chgData name="Efaz Hossain" userId="2bfb29039e40fd5a" providerId="LiveId" clId="{0BEF4045-4B80-4379-AEB9-9BC0D7D7A4BD}" dt="2025-02-26T00:58:12.246" v="1475" actId="20577"/>
        <pc:sldMkLst>
          <pc:docMk/>
          <pc:sldMk cId="318903012" sldId="283"/>
        </pc:sldMkLst>
        <pc:spChg chg="mod">
          <ac:chgData name="Efaz Hossain" userId="2bfb29039e40fd5a" providerId="LiveId" clId="{0BEF4045-4B80-4379-AEB9-9BC0D7D7A4BD}" dt="2025-02-26T00:58:12.246" v="1475" actId="20577"/>
          <ac:spMkLst>
            <pc:docMk/>
            <pc:sldMk cId="318903012" sldId="283"/>
            <ac:spMk id="2" creationId="{24E0B395-A620-625B-A832-85E9C26D249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4594997"/>
            <a:ext cx="4941771" cy="1360099"/>
          </a:xfrm>
        </p:spPr>
        <p:txBody>
          <a:bodyPr anchor="ctr"/>
          <a:lstStyle/>
          <a:p>
            <a:r>
              <a:rPr lang="en-US" sz="2800"/>
              <a:t>Efaz Hossain</a:t>
            </a:r>
            <a:br>
              <a:rPr lang="en-US" sz="2800"/>
            </a:br>
            <a:r>
              <a:rPr lang="en-US" sz="2800"/>
              <a:t>Sahithi Mutyala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D9BC43-425F-0696-40BB-96A18645AF60}"/>
              </a:ext>
            </a:extLst>
          </p:cNvPr>
          <p:cNvSpPr txBox="1">
            <a:spLocks/>
          </p:cNvSpPr>
          <p:nvPr/>
        </p:nvSpPr>
        <p:spPr>
          <a:xfrm>
            <a:off x="6436167" y="3424680"/>
            <a:ext cx="4941771" cy="1360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Project Tortoise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dirty="0"/>
              <a:t>Project Pipeline</a:t>
            </a:r>
          </a:p>
          <a:p>
            <a:r>
              <a:rPr lang="en-US" dirty="0"/>
              <a:t>Current Progress</a:t>
            </a:r>
          </a:p>
          <a:p>
            <a:r>
              <a:rPr lang="en-US" dirty="0"/>
              <a:t>Current Results</a:t>
            </a:r>
          </a:p>
          <a:p>
            <a:r>
              <a:rPr lang="en-US" dirty="0"/>
              <a:t>Challenges Faced and Solutions</a:t>
            </a:r>
          </a:p>
          <a:p>
            <a:r>
              <a:rPr lang="en-US" dirty="0"/>
              <a:t>Brainstorming</a:t>
            </a:r>
          </a:p>
          <a:p>
            <a:r>
              <a:rPr lang="en-US" dirty="0"/>
              <a:t>Object365/LVIS Dataset Overview</a:t>
            </a:r>
          </a:p>
          <a:p>
            <a:r>
              <a:rPr lang="en-US" dirty="0"/>
              <a:t>Final Takeaways and Next Steps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0B395-A620-625B-A832-85E9C26D24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have we been doing for the past two weeks?</a:t>
            </a:r>
          </a:p>
        </p:txBody>
      </p:sp>
    </p:spTree>
    <p:extLst>
      <p:ext uri="{BB962C8B-B14F-4D97-AF65-F5344CB8AC3E}">
        <p14:creationId xmlns:p14="http://schemas.microsoft.com/office/powerpoint/2010/main" val="318903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A37C6-5A06-BBBB-371D-B363CA08D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/>
          <a:p>
            <a:r>
              <a:rPr lang="en-US" dirty="0"/>
              <a:t>Project Pipeline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2B21C27-1916-9250-9CB4-1637D4FC1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1120" y="2960877"/>
            <a:ext cx="2722880" cy="351284"/>
          </a:xfrm>
        </p:spPr>
        <p:txBody>
          <a:bodyPr/>
          <a:lstStyle/>
          <a:p>
            <a:r>
              <a:rPr lang="en-US" dirty="0"/>
              <a:t>Highlights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EA36B4F-FD6F-469C-6A36-4D57BFB53FA4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3392035"/>
            <a:ext cx="2722880" cy="290716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Dataset Prep</a:t>
            </a:r>
          </a:p>
          <a:p>
            <a:r>
              <a:rPr lang="en-US" dirty="0"/>
              <a:t>Annotation Conversion</a:t>
            </a:r>
          </a:p>
          <a:p>
            <a:r>
              <a:rPr lang="en-US" dirty="0"/>
              <a:t>YOLOv8 Baseline Training</a:t>
            </a:r>
          </a:p>
          <a:p>
            <a:r>
              <a:rPr lang="en-US" dirty="0"/>
              <a:t>YOLO11 Incremental Training</a:t>
            </a:r>
          </a:p>
          <a:p>
            <a:r>
              <a:rPr lang="en-US" dirty="0"/>
              <a:t>Performance Evaluation</a:t>
            </a:r>
          </a:p>
          <a:p>
            <a:r>
              <a:rPr lang="en-US" dirty="0"/>
              <a:t>Hyperparameter Tuning</a:t>
            </a:r>
          </a:p>
          <a:p>
            <a:r>
              <a:rPr lang="en-US" dirty="0"/>
              <a:t>Advanced Evaluation</a:t>
            </a:r>
          </a:p>
          <a:p>
            <a:r>
              <a:rPr lang="en-US" dirty="0"/>
              <a:t>Deployment Prep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46571B8-F5CA-5968-1E61-9B31BBC4C11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754881" y="2960877"/>
            <a:ext cx="5516880" cy="351284"/>
          </a:xfrm>
        </p:spPr>
        <p:txBody>
          <a:bodyPr/>
          <a:lstStyle/>
          <a:p>
            <a:r>
              <a:rPr lang="en-US" dirty="0"/>
              <a:t>Pipeline Diagram</a:t>
            </a:r>
          </a:p>
        </p:txBody>
      </p:sp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29533696-4A30-D592-F435-078026084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652" y="3324859"/>
            <a:ext cx="5295178" cy="3031489"/>
          </a:xfrm>
          <a:prstGeom prst="rect">
            <a:avLst/>
          </a:prstGeom>
          <a:noFill/>
        </p:spPr>
      </p:pic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5140679-2375-21FA-2A53-540007E491C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915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4D877-057F-A2E1-3658-D21A865B4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Current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D14D9-4E83-810C-B1D8-734667344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Dataset Re-preprocess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851D37-D07C-6DEE-9AE1-88FEB28A6827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 vert="horz" lIns="91440" tIns="0" rIns="91440" bIns="45720" rtlCol="0" anchor="t">
            <a:normAutofit lnSpcReduction="10000"/>
          </a:bodyPr>
          <a:lstStyle/>
          <a:p>
            <a:pPr marL="283210" indent="-283210"/>
            <a:r>
              <a:rPr lang="en-US" dirty="0"/>
              <a:t>Original dataset restructured and cleaned</a:t>
            </a:r>
          </a:p>
          <a:p>
            <a:pPr marL="566674" lvl="1" indent="-283210"/>
            <a:r>
              <a:rPr lang="en-US" dirty="0" err="1"/>
              <a:t>Roboflow</a:t>
            </a:r>
            <a:r>
              <a:rPr lang="en-US" dirty="0"/>
              <a:t> Auto-Annotation</a:t>
            </a:r>
          </a:p>
          <a:p>
            <a:pPr marL="283210" indent="-283210"/>
            <a:r>
              <a:rPr lang="en-US" dirty="0"/>
              <a:t>COCO 2017 Images Downloaded</a:t>
            </a:r>
          </a:p>
          <a:p>
            <a:pPr marL="566674" lvl="1" indent="-283210"/>
            <a:r>
              <a:rPr lang="en-US" dirty="0"/>
              <a:t>LVIS JSON annotations converted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BC0879-B67C-5CE3-9F3B-69380A4E14F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Model Training and Initial Results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A76F96-0436-401D-A420-50875C1707D4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 vert="horz" lIns="91440" tIns="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/>
              <a:t>YOLOv8 Baseline training completed</a:t>
            </a:r>
          </a:p>
          <a:p>
            <a:pPr marL="285750" indent="-285750">
              <a:buChar char="•"/>
            </a:pPr>
            <a:r>
              <a:rPr lang="en-US"/>
              <a:t>YOLO11 Incremental Training</a:t>
            </a:r>
          </a:p>
          <a:p>
            <a:pPr marL="285750" indent="-285750">
              <a:buChar char="•"/>
            </a:pPr>
            <a:r>
              <a:rPr lang="en-US"/>
              <a:t>Performance Highlights</a:t>
            </a:r>
          </a:p>
          <a:p>
            <a:pPr marL="568960" lvl="1" indent="-285750">
              <a:buFont typeface="Courier New" panose="020B0604020202020204" pitchFamily="34" charset="0"/>
              <a:buChar char="o"/>
            </a:pPr>
            <a:r>
              <a:rPr lang="en-US"/>
              <a:t>YOLOv8</a:t>
            </a:r>
            <a:r>
              <a:rPr lang="en-US">
                <a:ea typeface="+mn-lt"/>
                <a:cs typeface="+mn-lt"/>
              </a:rPr>
              <a:t> mAP@50: 0.3905, YOLO11 mAP@50: 0.4850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Data Augmentation applied</a:t>
            </a:r>
          </a:p>
          <a:p>
            <a:pPr marL="568960" lvl="1">
              <a:buFont typeface="Courier New" panose="020B0604020202020204" pitchFamily="34" charset="0"/>
              <a:buChar char="o"/>
            </a:pPr>
            <a:r>
              <a:rPr lang="en-US"/>
              <a:t>Brightness, Hue adjustments and rotation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 marL="568960" lvl="1">
              <a:buFont typeface="Courier New" panose="020B0604020202020204" pitchFamily="34" charset="0"/>
              <a:buChar char="o"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55975-7D5F-839E-51A0-66246C4289A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98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4FB5E-45FA-7CA1-4841-EF6EE7FE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77765"/>
            <a:ext cx="3247662" cy="1917700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B1A8D845-A174-656E-8DB3-3F5E07A15426}"/>
              </a:ext>
            </a:extLst>
          </p:cNvPr>
          <p:cNvGraphicFramePr>
            <a:graphicFrameLocks noGrp="1"/>
          </p:cNvGraphicFramePr>
          <p:nvPr>
            <p:ph sz="half" idx="16"/>
            <p:extLst>
              <p:ext uri="{D42A27DB-BD31-4B8C-83A1-F6EECF244321}">
                <p14:modId xmlns:p14="http://schemas.microsoft.com/office/powerpoint/2010/main" val="40533844"/>
              </p:ext>
            </p:extLst>
          </p:nvPr>
        </p:nvGraphicFramePr>
        <p:xfrm>
          <a:off x="3483633" y="225125"/>
          <a:ext cx="8248290" cy="187995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49658">
                  <a:extLst>
                    <a:ext uri="{9D8B030D-6E8A-4147-A177-3AD203B41FA5}">
                      <a16:colId xmlns:a16="http://schemas.microsoft.com/office/drawing/2014/main" val="427336433"/>
                    </a:ext>
                  </a:extLst>
                </a:gridCol>
                <a:gridCol w="1649658">
                  <a:extLst>
                    <a:ext uri="{9D8B030D-6E8A-4147-A177-3AD203B41FA5}">
                      <a16:colId xmlns:a16="http://schemas.microsoft.com/office/drawing/2014/main" val="3488380164"/>
                    </a:ext>
                  </a:extLst>
                </a:gridCol>
                <a:gridCol w="1649658">
                  <a:extLst>
                    <a:ext uri="{9D8B030D-6E8A-4147-A177-3AD203B41FA5}">
                      <a16:colId xmlns:a16="http://schemas.microsoft.com/office/drawing/2014/main" val="2736662958"/>
                    </a:ext>
                  </a:extLst>
                </a:gridCol>
                <a:gridCol w="1649658">
                  <a:extLst>
                    <a:ext uri="{9D8B030D-6E8A-4147-A177-3AD203B41FA5}">
                      <a16:colId xmlns:a16="http://schemas.microsoft.com/office/drawing/2014/main" val="2924608589"/>
                    </a:ext>
                  </a:extLst>
                </a:gridCol>
                <a:gridCol w="1649658">
                  <a:extLst>
                    <a:ext uri="{9D8B030D-6E8A-4147-A177-3AD203B41FA5}">
                      <a16:colId xmlns:a16="http://schemas.microsoft.com/office/drawing/2014/main" val="158367282"/>
                    </a:ext>
                  </a:extLst>
                </a:gridCol>
              </a:tblGrid>
              <a:tr h="244169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MAP@50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736024"/>
                  </a:ext>
                </a:extLst>
              </a:tr>
              <a:tr h="244169">
                <a:tc>
                  <a:txBody>
                    <a:bodyPr/>
                    <a:lstStyle/>
                    <a:p>
                      <a:r>
                        <a:rPr lang="en-US" dirty="0"/>
                        <a:t>YOLOv8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0.3994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0.3207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0.3557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974248"/>
                  </a:ext>
                </a:extLst>
              </a:tr>
              <a:tr h="244169">
                <a:tc>
                  <a:txBody>
                    <a:bodyPr/>
                    <a:lstStyle/>
                    <a:p>
                      <a:r>
                        <a:rPr lang="en-US" dirty="0"/>
                        <a:t>YOLO11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805011"/>
                  </a:ext>
                </a:extLst>
              </a:tr>
              <a:tr h="782678">
                <a:tc>
                  <a:txBody>
                    <a:bodyPr/>
                    <a:lstStyle/>
                    <a:p>
                      <a:r>
                        <a:rPr lang="en-US" dirty="0"/>
                        <a:t>YOLO11 (Tuned)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0.5095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99582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803565-3634-45FB-0CDC-DAECF3AD3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8E7EB9E-5E60-4B70-BC08-E8A100512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918" y="2808596"/>
            <a:ext cx="5385005" cy="3577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34D937D-F5D8-0616-C522-5F5C8D21F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098" y="2778491"/>
            <a:ext cx="5006882" cy="3607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8196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9BB-B4BD-A995-6BAE-A1D3D7650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and Solutions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3DCC9-7BC0-AE23-3E22-47B3432EC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Challenges  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CAD77-CD67-8986-9380-5FEA18D526DC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 vert="horz" lIns="91440" tIns="0" rIns="91440" bIns="45720" rtlCol="0" anchor="t">
            <a:normAutofit fontScale="92500" lnSpcReduction="20000"/>
          </a:bodyPr>
          <a:lstStyle/>
          <a:p>
            <a:pPr marL="283210" indent="-283210"/>
            <a:r>
              <a:rPr lang="en-US" dirty="0"/>
              <a:t>Missing images and annotations</a:t>
            </a:r>
          </a:p>
          <a:p>
            <a:pPr marL="283210" indent="-283210"/>
            <a:r>
              <a:rPr lang="en-US" dirty="0"/>
              <a:t>Slow performance improvements even with model tuning</a:t>
            </a:r>
          </a:p>
          <a:p>
            <a:pPr marL="283210" indent="-283210"/>
            <a:r>
              <a:rPr lang="en-US" dirty="0"/>
              <a:t>Precision and Recall were still slightly low</a:t>
            </a:r>
          </a:p>
          <a:p>
            <a:pPr marL="283210" indent="-283210"/>
            <a:r>
              <a:rPr lang="en-US" dirty="0"/>
              <a:t>Technical obstacles occurred like early stopping due to slow convergence.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274D8B-510A-9A08-9584-6DC1FE4A21E8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/>
              <a:t>Solutions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449A9D-3BB2-DBBD-B9EF-6F6F95035F7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54881" y="3324859"/>
            <a:ext cx="6326074" cy="3031489"/>
          </a:xfrm>
        </p:spPr>
        <p:txBody>
          <a:bodyPr vert="horz" lIns="91440" tIns="0" rIns="91440" bIns="45720" rtlCol="0" anchor="t">
            <a:normAutofit fontScale="85000" lnSpcReduction="10000"/>
          </a:bodyPr>
          <a:lstStyle/>
          <a:p>
            <a:pPr marL="342900" indent="-342900">
              <a:buAutoNum type="arabicPeriod"/>
            </a:pPr>
            <a:r>
              <a:rPr lang="en-US" dirty="0"/>
              <a:t>Hyperparameter Tuning</a:t>
            </a:r>
          </a:p>
          <a:p>
            <a:pPr marL="626110" lvl="1" indent="-342900">
              <a:buFont typeface="Courier New" panose="020B0604020202020204" pitchFamily="34" charset="0"/>
              <a:buChar char="o"/>
            </a:pPr>
            <a:r>
              <a:rPr lang="en-US" dirty="0"/>
              <a:t>Learning Rate: 0.0025 -&gt; 0.0015</a:t>
            </a:r>
          </a:p>
          <a:p>
            <a:pPr marL="626110" lvl="1" indent="-342900">
              <a:buFont typeface="Courier New" panose="020B0604020202020204" pitchFamily="34" charset="0"/>
              <a:buChar char="o"/>
            </a:pPr>
            <a:r>
              <a:rPr lang="en-US" dirty="0"/>
              <a:t>Image Resolution: (640x640 -&gt; 800x800)</a:t>
            </a:r>
          </a:p>
          <a:p>
            <a:pPr marL="626110" lvl="1" indent="-342900">
              <a:buFont typeface="Courier New" panose="020B0604020202020204" pitchFamily="34" charset="0"/>
              <a:buChar char="o"/>
            </a:pPr>
            <a:r>
              <a:rPr lang="en-US" dirty="0"/>
              <a:t>Epochs: 50 -&gt; 100 -&gt; 200</a:t>
            </a:r>
          </a:p>
          <a:p>
            <a:pPr marL="342900" indent="-342900">
              <a:buAutoNum type="arabicPeriod"/>
            </a:pPr>
            <a:r>
              <a:rPr lang="en-US" dirty="0"/>
              <a:t>Data Augmentation Techniques</a:t>
            </a:r>
          </a:p>
          <a:p>
            <a:pPr marL="626110" lvl="1" indent="-342900">
              <a:buFont typeface="Courier New" panose="020B0604020202020204" pitchFamily="34" charset="0"/>
              <a:buChar char="o"/>
            </a:pPr>
            <a:r>
              <a:rPr lang="en-US" dirty="0"/>
              <a:t>Applied hue, saturation and brightness adjustments</a:t>
            </a:r>
          </a:p>
          <a:p>
            <a:pPr marL="626110" lvl="1" indent="-342900">
              <a:buFont typeface="Courier New" panose="020B0604020202020204" pitchFamily="34" charset="0"/>
              <a:buChar char="o"/>
            </a:pPr>
            <a:r>
              <a:rPr lang="en-US" dirty="0"/>
              <a:t>Implemented rotations, translations, scaling for robustness</a:t>
            </a:r>
          </a:p>
          <a:p>
            <a:pPr indent="0">
              <a:buNone/>
            </a:pPr>
            <a:r>
              <a:rPr lang="en-US" dirty="0"/>
              <a:t>3. Removed images with no annotations (0 KB txt files)</a:t>
            </a:r>
          </a:p>
          <a:p>
            <a:pPr indent="0">
              <a:buNone/>
            </a:pPr>
            <a:r>
              <a:rPr lang="en-US" dirty="0"/>
              <a:t>4. Consideration of using new dataset (LVIS or Object365)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5E514-DC4A-BA11-A38D-EC7D9C3A1E5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11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4D494-46E8-027E-DCBE-3CC977CD63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will we be doing next?</a:t>
            </a:r>
          </a:p>
        </p:txBody>
      </p:sp>
    </p:spTree>
    <p:extLst>
      <p:ext uri="{BB962C8B-B14F-4D97-AF65-F5344CB8AC3E}">
        <p14:creationId xmlns:p14="http://schemas.microsoft.com/office/powerpoint/2010/main" val="140052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AB389-C1CD-7B35-46C6-4280253B4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Brainstorming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81710-663D-545F-9E5A-FABD5D411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Object365 Dataset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68193-FA0D-3224-0FC1-03CE26CDE3B6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 fontScale="850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Extensive Annotations (over 365 categories, 600k+ images, 10m+ bounding boxes)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Scene Diversity (captures a wide variety of real-world scenes)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 Balance (better distribution of categories, minimizing long-tail issues)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Pre-trained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Strengths (suitable for models needing diverse context understanding across common categories)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9ACB94-395D-2F63-D71A-4AB7B5D2D2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LVIS Dataset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E37551-13CD-DE87-36BF-F015437E760B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Extensive Categories (roughly 1,200 categories)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Long-tail distribution (reflects real-world data)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COCO-Compatible (seamless integration with previous COCO based pipelines)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Detailed annotations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Major Challenge: requires advanced techniques to handle class imbalance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CD8F9-D0DD-3C6B-5DE5-C6196CE0F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9" name="Picture 8" descr="Question mark against red wall">
            <a:extLst>
              <a:ext uri="{FF2B5EF4-FFF2-40B4-BE49-F238E27FC236}">
                <a16:creationId xmlns:a16="http://schemas.microsoft.com/office/drawing/2014/main" id="{000AAC69-79AF-380D-2ABC-FB0596623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0113" y="153272"/>
            <a:ext cx="2644406" cy="159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018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E9310-9AF7-2965-FDDB-D22C57173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4113-7841-6FA9-5E8C-55AF57915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5350"/>
            <a:ext cx="5049253" cy="1917700"/>
          </a:xfrm>
        </p:spPr>
        <p:txBody>
          <a:bodyPr>
            <a:normAutofit/>
          </a:bodyPr>
          <a:lstStyle/>
          <a:p>
            <a:r>
              <a:rPr lang="en-US" dirty="0"/>
              <a:t>Object365 (O-365)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850C2-4056-3820-7254-998C900B6466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2813049"/>
            <a:ext cx="5049254" cy="3238499"/>
          </a:xfrm>
        </p:spPr>
        <p:txBody>
          <a:bodyPr>
            <a:normAutofit fontScale="6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Annotation Depth</a:t>
            </a:r>
          </a:p>
          <a:p>
            <a:pPr marL="569214" lvl="1"/>
            <a:r>
              <a:rPr lang="en-US" dirty="0"/>
              <a:t>Highly detailed annotation</a:t>
            </a:r>
          </a:p>
          <a:p>
            <a:pPr marL="569214" lvl="1"/>
            <a:r>
              <a:rPr lang="en-US" dirty="0"/>
              <a:t>Rich contextual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Category Diversity</a:t>
            </a:r>
          </a:p>
          <a:p>
            <a:pPr marL="569214" lvl="1"/>
            <a:r>
              <a:rPr lang="en-US" dirty="0"/>
              <a:t>365 Object Categories</a:t>
            </a:r>
          </a:p>
          <a:p>
            <a:pPr marL="569214" lvl="1"/>
            <a:r>
              <a:rPr lang="en-US" dirty="0"/>
              <a:t>Balanced Class Representation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Scale &amp; Scene Variety</a:t>
            </a:r>
          </a:p>
          <a:p>
            <a:pPr marL="569214" lvl="1"/>
            <a:r>
              <a:rPr lang="en-US" dirty="0"/>
              <a:t>600k+ images</a:t>
            </a:r>
          </a:p>
          <a:p>
            <a:pPr marL="569214" lvl="1"/>
            <a:r>
              <a:rPr lang="en-US" dirty="0"/>
              <a:t>Diverse Scene Coverage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Open-Domain Relevance</a:t>
            </a:r>
          </a:p>
          <a:p>
            <a:pPr marL="569214" lvl="1"/>
            <a:r>
              <a:rPr lang="en-US" dirty="0"/>
              <a:t>Supports general-purpose detection</a:t>
            </a:r>
          </a:p>
          <a:p>
            <a:pPr marL="569214" lvl="1"/>
            <a:r>
              <a:rPr lang="en-US" dirty="0"/>
              <a:t>Transfer Learning Ready</a:t>
            </a:r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10A6953B-BB55-3ABA-9111-0DABAF8D19FD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2447461073"/>
              </p:ext>
            </p:extLst>
          </p:nvPr>
        </p:nvGraphicFramePr>
        <p:xfrm>
          <a:off x="6304546" y="335280"/>
          <a:ext cx="5049254" cy="3037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24627">
                  <a:extLst>
                    <a:ext uri="{9D8B030D-6E8A-4147-A177-3AD203B41FA5}">
                      <a16:colId xmlns:a16="http://schemas.microsoft.com/office/drawing/2014/main" val="3113891666"/>
                    </a:ext>
                  </a:extLst>
                </a:gridCol>
                <a:gridCol w="2524627">
                  <a:extLst>
                    <a:ext uri="{9D8B030D-6E8A-4147-A177-3AD203B41FA5}">
                      <a16:colId xmlns:a16="http://schemas.microsoft.com/office/drawing/2014/main" val="39029902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359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 of 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389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 of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600,000+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501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Annotations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Bounding Boxes and Instance Labels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83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Distribution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Balanced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93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Primary-Use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General-Purpose Object Detection and Pretraining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92948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E7CA1A-9D80-D194-92FF-380D50FD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22544D9E-3922-5C21-F19E-8A97279C5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4546" y="3546316"/>
            <a:ext cx="4828675" cy="3220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6219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6B418-5F0C-3856-94E2-A3498FDD5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5350"/>
            <a:ext cx="5049253" cy="1917700"/>
          </a:xfrm>
        </p:spPr>
        <p:txBody>
          <a:bodyPr>
            <a:normAutofit/>
          </a:bodyPr>
          <a:lstStyle/>
          <a:p>
            <a:r>
              <a:rPr lang="en-US" dirty="0"/>
              <a:t>Large Vocabulary Instance Segmentation (LVIS)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E0BF3-CA19-DA32-3B0A-9908E5ABA16C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2813049"/>
            <a:ext cx="5049254" cy="3238499"/>
          </a:xfrm>
        </p:spPr>
        <p:txBody>
          <a:bodyPr>
            <a:normAutofit fontScale="70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Annotation Depth: </a:t>
            </a:r>
          </a:p>
          <a:p>
            <a:pPr marL="569214" lvl="1"/>
            <a:r>
              <a:rPr lang="en-US" dirty="0"/>
              <a:t>Not Exhaustive: some objects might not be labeled intentionally</a:t>
            </a:r>
          </a:p>
          <a:p>
            <a:pPr marL="569214" lvl="1"/>
            <a:r>
              <a:rPr lang="en-US" dirty="0"/>
              <a:t>Negative Category Labels: helpful for reducing false positives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Fine-Grained Categories: </a:t>
            </a:r>
          </a:p>
          <a:p>
            <a:pPr marL="569214" lvl="1"/>
            <a:r>
              <a:rPr lang="en-US" dirty="0"/>
              <a:t>emphasizes fine-grained classification which challenges standard object detection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Open-World Recognition Potential: </a:t>
            </a:r>
          </a:p>
          <a:p>
            <a:pPr marL="569214" lvl="1"/>
            <a:r>
              <a:rPr lang="en-US" dirty="0"/>
              <a:t>models trained on LVIS generalize better to unseen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Complex Relationships: LVIS images often contain complex object relationships, requiring models to recognize contextual relevance (guitar player holding a guitar)</a:t>
            </a:r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3BEB4CBB-6F6D-B09E-FD23-C78903806255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2060654717"/>
              </p:ext>
            </p:extLst>
          </p:nvPr>
        </p:nvGraphicFramePr>
        <p:xfrm>
          <a:off x="6304546" y="203200"/>
          <a:ext cx="5049254" cy="3302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24627">
                  <a:extLst>
                    <a:ext uri="{9D8B030D-6E8A-4147-A177-3AD203B41FA5}">
                      <a16:colId xmlns:a16="http://schemas.microsoft.com/office/drawing/2014/main" val="3113891666"/>
                    </a:ext>
                  </a:extLst>
                </a:gridCol>
                <a:gridCol w="2524627">
                  <a:extLst>
                    <a:ext uri="{9D8B030D-6E8A-4147-A177-3AD203B41FA5}">
                      <a16:colId xmlns:a16="http://schemas.microsoft.com/office/drawing/2014/main" val="39029902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359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 of 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389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 of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164,000+ (from COCO2017)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501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Annotations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Bounding Boxes, Masks, Multi-Label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83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Distribution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Long-Tail (common &amp; rare classes)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93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Primary-Use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Object Detection &amp; Segmentation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92948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49BC1D-A902-5215-60EE-A8C030F97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2078" name="Picture 30" descr="LVIS Dataset | Papers With Code">
            <a:extLst>
              <a:ext uri="{FF2B5EF4-FFF2-40B4-BE49-F238E27FC236}">
                <a16:creationId xmlns:a16="http://schemas.microsoft.com/office/drawing/2014/main" id="{98395988-00EF-E32A-8245-7179EC99B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4546" y="3552657"/>
            <a:ext cx="4191308" cy="323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0506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ABF97-EB5E-DAF9-E62E-15E0DCBDA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Takeaways and Next Steps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97B041B-3B53-AC93-CF5E-0B0DDB3C0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Achievements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E7FD5FA-A23B-05BD-0C3D-0830141F00E7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Original model improvements on YOLOv8</a:t>
            </a:r>
          </a:p>
          <a:p>
            <a:r>
              <a:rPr lang="en-US" dirty="0"/>
              <a:t>YOLO11 progress and incremental hyperparameter tuning</a:t>
            </a:r>
          </a:p>
          <a:p>
            <a:r>
              <a:rPr lang="en-US" dirty="0"/>
              <a:t>Beginning of LVIS and Object365 dataset integrations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D77D82-B579-4135-1A76-98603F9312D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93320C0-05F0-EE78-3F54-5B5F8755BC73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LVIS/Object365 dataset model training and hyperparameter tuning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Advanced Tuning: Further optimize hyperparameters for enhanced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Enhanced Evaluation: Implement cross-validation and test-time augmentation (TTA)</a:t>
            </a:r>
          </a:p>
          <a:p>
            <a:pPr marL="569214" lvl="1"/>
            <a:r>
              <a:rPr lang="en-US" dirty="0"/>
              <a:t>Gives the model multiple perspectives of the same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Explore YOLO12 (just released as of 2/20)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Deployment Optimization: Prepare model for real-time, edge-device inference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F4F55-97FB-F701-9342-7AAD30DC3BE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29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Any questions?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68DCE-134F-4610-A6AA-88CEBE8D71D2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5EDE3176-A15D-46A3-BDDB-64A0D7363224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631</Words>
  <Application>Microsoft Office PowerPoint</Application>
  <PresentationFormat>Widescreen</PresentationFormat>
  <Paragraphs>159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Courier New</vt:lpstr>
      <vt:lpstr>Tenorite</vt:lpstr>
      <vt:lpstr>Custom</vt:lpstr>
      <vt:lpstr>Efaz Hossain Sahithi Mutyala</vt:lpstr>
      <vt:lpstr>AGENDA</vt:lpstr>
      <vt:lpstr>What have we been doing for the past two weeks?</vt:lpstr>
      <vt:lpstr>Project Pipeline</vt:lpstr>
      <vt:lpstr>Current Progress</vt:lpstr>
      <vt:lpstr>Results</vt:lpstr>
      <vt:lpstr>Challenges and Solutions</vt:lpstr>
      <vt:lpstr>What will we be doing next?</vt:lpstr>
      <vt:lpstr>Brainstorming</vt:lpstr>
      <vt:lpstr>Object365 (O-365)</vt:lpstr>
      <vt:lpstr>Large Vocabulary Instance Segmentation (LVIS)</vt:lpstr>
      <vt:lpstr>Final Takeaways and 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Efaz Hossain</cp:lastModifiedBy>
  <cp:revision>2</cp:revision>
  <dcterms:created xsi:type="dcterms:W3CDTF">2025-02-25T19:12:17Z</dcterms:created>
  <dcterms:modified xsi:type="dcterms:W3CDTF">2025-02-26T00:58:33Z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